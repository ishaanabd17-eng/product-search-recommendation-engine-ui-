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277" r:id="rId11"/>
    <p:sldId id="320" r:id="rId12"/>
    <p:sldId id="32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Review Meeting  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Project Title 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XXXX                        roll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xxxx</a:t>
            </a: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XXXX                        roll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xxxx</a:t>
            </a: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Name  XXXX                        roll </a:t>
            </a:r>
            <a:r>
              <a:rPr lang="en-US" sz="3300" dirty="0" err="1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xxxx</a:t>
            </a: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Dr. P. Srilatha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Associate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Project Flow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7B0B59-E773-3598-767E-554F3BF6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A7B1-AE81-675E-BE7D-3D5A36D1C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677EB-3C69-1E22-5FF9-F70E3FD9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160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A Project Review Meeting    on  Project Title 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doddisrilatha@outlook.com</cp:lastModifiedBy>
  <cp:revision>197</cp:revision>
  <dcterms:created xsi:type="dcterms:W3CDTF">2006-08-16T00:00:00Z</dcterms:created>
  <dcterms:modified xsi:type="dcterms:W3CDTF">2025-09-10T03:54:17Z</dcterms:modified>
</cp:coreProperties>
</file>